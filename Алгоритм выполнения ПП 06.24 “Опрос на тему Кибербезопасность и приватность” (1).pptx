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7bce2c36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7bce2c3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7bce2c36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47bce2c3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7bce2c3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7bce2c3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7bce2c3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7bce2c3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7bce2c3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47bce2c3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7bce2c36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7bce2c3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7bce2c36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7bce2c36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7bce2c36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47bce2c3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47bce2c36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47bce2c36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B6D7A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455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640"/>
              <a:t>Алгоритм выполнения квалификационного этапа по ДУП 01 “Практическая подготовка по технологии выполнения работ по должности служащего Консультант в области развития цифровой грамотности населения (Цифровой куратор)</a:t>
            </a:r>
            <a:endParaRPr sz="264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885600" y="4186775"/>
            <a:ext cx="19467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/>
              <a:t>Выполнил студент группы 1-РМ9-11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/>
              <a:t>Сидоров С.А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56" name="Google Shape;56;p13" title="эмблема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449" y="71600"/>
            <a:ext cx="5070351" cy="12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056725" y="4869725"/>
            <a:ext cx="912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Москва 2026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Содержание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Модуль 1: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Модуль 2: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Модуль 3: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Вывод (9)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5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Модуль 1: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238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Модуль 1: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2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Модуль 2: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259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Модуль 2: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221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Модуль 3: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246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Модуль 3: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21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Все задания квалификационного этапа по ДУП 01 “Практическая подготовка по технологии выполнения работ по должности служащего Консультант в области развития цифровой грамотности населения (Цифровой куратор) были выполнены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2414100" y="2285400"/>
            <a:ext cx="431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